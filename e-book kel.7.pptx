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595959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4191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595959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4191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595959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4191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197" y="0"/>
            <a:ext cx="5086065" cy="77724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935571" y="40932"/>
            <a:ext cx="122829" cy="768598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595959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4191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595959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4191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022907" y="1958681"/>
            <a:ext cx="3020059" cy="2223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0" i="0">
                <a:solidFill>
                  <a:schemeClr val="tx1"/>
                </a:solidFill>
                <a:latin typeface="Cambria" panose="02040503050406030204"/>
                <a:cs typeface="Cambria" panose="02040503050406030204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553145" y="7114484"/>
            <a:ext cx="266065" cy="285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595959"/>
                </a:solidFill>
                <a:latin typeface="Consolas" panose="020B0609020204030204"/>
                <a:cs typeface="Consolas" panose="020B0609020204030204"/>
              </a:defRPr>
            </a:lvl1pPr>
          </a:lstStyle>
          <a:p>
            <a:pPr marL="41910">
              <a:lnSpc>
                <a:spcPct val="100000"/>
              </a:lnSpc>
              <a:spcBef>
                <a:spcPts val="5"/>
              </a:spcBef>
            </a:pPr>
            <a:fld id="{81D60167-4931-47E6-BA6A-407CBD079E47}" type="slidenum">
              <a:rPr spc="-50" dirty="0"/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5031474" y="0"/>
            <a:ext cx="5017827" cy="7772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5073650" y="5736590"/>
            <a:ext cx="4835525" cy="9639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algn="ctr">
              <a:lnSpc>
                <a:spcPts val="3515"/>
              </a:lnSpc>
              <a:spcBef>
                <a:spcPts val="130"/>
              </a:spcBef>
            </a:pPr>
            <a:r>
              <a:rPr sz="31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Aku</a:t>
            </a:r>
            <a:r>
              <a:rPr sz="3150" spc="-16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3150" spc="-1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Menjaga</a:t>
            </a:r>
            <a:r>
              <a:rPr lang="en-US" altLang="" sz="3150" spc="-1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Kebersihan</a:t>
            </a:r>
            <a:endParaRPr sz="3150">
              <a:latin typeface="Times New Roman" panose="02020603050405020304"/>
              <a:cs typeface="Times New Roman" panose="02020603050405020304"/>
            </a:endParaRPr>
          </a:p>
          <a:p>
            <a:pPr marR="27305" algn="ctr">
              <a:lnSpc>
                <a:spcPts val="3875"/>
              </a:lnSpc>
            </a:pPr>
            <a:r>
              <a:rPr sz="3450" spc="-1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Lingkun</a:t>
            </a:r>
            <a:r>
              <a:rPr lang="en-US" altLang="" sz="3450" spc="-1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gan</a:t>
            </a:r>
            <a:endParaRPr lang="en-US" altLang="" sz="3450" spc="-10" dirty="0">
              <a:solidFill>
                <a:srgbClr val="595959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50082" y="6774822"/>
            <a:ext cx="4060190" cy="32893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19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Oleh</a:t>
            </a:r>
            <a:r>
              <a:rPr sz="1950" spc="3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Winda,</a:t>
            </a:r>
            <a:r>
              <a:rPr sz="1950" spc="35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Lillah,</a:t>
            </a:r>
            <a:r>
              <a:rPr sz="1950" spc="-2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Ella,</a:t>
            </a:r>
            <a:r>
              <a:rPr sz="1950" spc="-15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Sari,</a:t>
            </a:r>
            <a:r>
              <a:rPr sz="1950" spc="-15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Emi,</a:t>
            </a:r>
            <a:r>
              <a:rPr sz="1950" spc="2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950" spc="-2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Tari</a:t>
            </a:r>
            <a:endParaRPr sz="1950">
              <a:latin typeface="Cambria" panose="02040503050406030204"/>
              <a:cs typeface="Cambria" panose="02040503050406030204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31643" y="325109"/>
            <a:ext cx="3559810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77875" algn="l"/>
                <a:tab pos="2129790" algn="l"/>
              </a:tabLst>
            </a:pPr>
            <a:r>
              <a:rPr sz="12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W</a:t>
            </a:r>
            <a:r>
              <a:rPr sz="1250" spc="12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IN </a:t>
            </a:r>
            <a:r>
              <a:rPr sz="1250" spc="-25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DA,</a:t>
            </a:r>
            <a:r>
              <a:rPr sz="12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	L</a:t>
            </a:r>
            <a:r>
              <a:rPr sz="1250" spc="-7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50" spc="-3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I</a:t>
            </a:r>
            <a:r>
              <a:rPr sz="1250" spc="-12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LLA</a:t>
            </a:r>
            <a:r>
              <a:rPr sz="1250" spc="335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H,</a:t>
            </a:r>
            <a:r>
              <a:rPr sz="1250" spc="135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 </a:t>
            </a:r>
            <a:r>
              <a:rPr sz="1250" spc="-65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1250" spc="-55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50" spc="-6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L</a:t>
            </a:r>
            <a:r>
              <a:rPr sz="1250" spc="-45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50" spc="-25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LA,</a:t>
            </a:r>
            <a:r>
              <a:rPr sz="12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	SAR</a:t>
            </a:r>
            <a:r>
              <a:rPr sz="1250" spc="34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I,</a:t>
            </a:r>
            <a:r>
              <a:rPr sz="1250" spc="43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50" spc="-65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E</a:t>
            </a:r>
            <a:r>
              <a:rPr sz="1250" spc="-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M</a:t>
            </a:r>
            <a:r>
              <a:rPr sz="1250" spc="1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I</a:t>
            </a:r>
            <a:r>
              <a:rPr sz="1250" spc="-6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,</a:t>
            </a:r>
            <a:r>
              <a:rPr sz="1250" spc="265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TAR</a:t>
            </a:r>
            <a:r>
              <a:rPr sz="1250" spc="345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 </a:t>
            </a:r>
            <a:r>
              <a:rPr sz="1250" spc="-50" dirty="0">
                <a:solidFill>
                  <a:srgbClr val="595959"/>
                </a:solidFill>
                <a:latin typeface="Cambria" panose="02040503050406030204"/>
                <a:cs typeface="Cambria" panose="02040503050406030204"/>
              </a:rPr>
              <a:t>I</a:t>
            </a:r>
            <a:endParaRPr sz="125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8745" rIns="0" bIns="0" rtlCol="0">
            <a:spAutoFit/>
          </a:bodyPr>
          <a:lstStyle/>
          <a:p>
            <a:pPr marL="21590">
              <a:lnSpc>
                <a:spcPct val="100000"/>
              </a:lnSpc>
              <a:spcBef>
                <a:spcPts val="935"/>
              </a:spcBef>
            </a:pPr>
            <a:r>
              <a:rPr spc="-45" dirty="0"/>
              <a:t>Arka</a:t>
            </a:r>
            <a:r>
              <a:rPr spc="-55" dirty="0"/>
              <a:t> </a:t>
            </a:r>
            <a:r>
              <a:rPr spc="-125" dirty="0"/>
              <a:t>suka</a:t>
            </a:r>
            <a:r>
              <a:rPr spc="-5" dirty="0"/>
              <a:t> </a:t>
            </a:r>
            <a:r>
              <a:rPr spc="-95" dirty="0"/>
              <a:t>sekali</a:t>
            </a:r>
            <a:r>
              <a:rPr spc="15" dirty="0"/>
              <a:t> </a:t>
            </a:r>
            <a:r>
              <a:rPr spc="-10" dirty="0"/>
              <a:t>bermain</a:t>
            </a:r>
            <a:endParaRPr spc="-10" dirty="0"/>
          </a:p>
          <a:p>
            <a:pPr marL="12700" marR="5080" indent="635">
              <a:lnSpc>
                <a:spcPct val="128000"/>
              </a:lnSpc>
              <a:spcBef>
                <a:spcPts val="70"/>
              </a:spcBef>
            </a:pPr>
            <a:r>
              <a:rPr sz="2150" dirty="0"/>
              <a:t>di</a:t>
            </a:r>
            <a:r>
              <a:rPr sz="2150" spc="-100" dirty="0"/>
              <a:t> </a:t>
            </a:r>
            <a:r>
              <a:rPr sz="2150" dirty="0"/>
              <a:t>taman </a:t>
            </a:r>
            <a:r>
              <a:rPr sz="2150" spc="-20" dirty="0"/>
              <a:t>dekat</a:t>
            </a:r>
            <a:r>
              <a:rPr sz="2150" spc="20" dirty="0"/>
              <a:t> </a:t>
            </a:r>
            <a:r>
              <a:rPr sz="2150" spc="-10" dirty="0"/>
              <a:t>rumah. </a:t>
            </a:r>
            <a:r>
              <a:rPr sz="2250" spc="-45" dirty="0"/>
              <a:t>Taman</a:t>
            </a:r>
            <a:r>
              <a:rPr sz="2250" spc="-50" dirty="0"/>
              <a:t> </a:t>
            </a:r>
            <a:r>
              <a:rPr sz="2250" dirty="0"/>
              <a:t>itu</a:t>
            </a:r>
            <a:r>
              <a:rPr sz="2250" spc="-125" dirty="0"/>
              <a:t> </a:t>
            </a:r>
            <a:r>
              <a:rPr sz="2250" dirty="0"/>
              <a:t>hijau,</a:t>
            </a:r>
            <a:r>
              <a:rPr sz="2250" spc="-55" dirty="0"/>
              <a:t> </a:t>
            </a:r>
            <a:r>
              <a:rPr sz="2250" spc="-10" dirty="0"/>
              <a:t>indah, </a:t>
            </a:r>
            <a:r>
              <a:rPr sz="2250" spc="-70" dirty="0"/>
              <a:t>dan</a:t>
            </a:r>
            <a:r>
              <a:rPr sz="2250" spc="-55" dirty="0"/>
              <a:t> </a:t>
            </a:r>
            <a:r>
              <a:rPr sz="2250" spc="-50" dirty="0"/>
              <a:t>dipenuhi</a:t>
            </a:r>
            <a:r>
              <a:rPr sz="2250" spc="-25" dirty="0"/>
              <a:t> </a:t>
            </a:r>
            <a:r>
              <a:rPr sz="2250" spc="-10" dirty="0"/>
              <a:t>bunga </a:t>
            </a:r>
            <a:r>
              <a:rPr sz="2250" spc="-80" dirty="0"/>
              <a:t>warna-</a:t>
            </a:r>
            <a:r>
              <a:rPr sz="2250" spc="-25" dirty="0"/>
              <a:t>warni</a:t>
            </a:r>
            <a:r>
              <a:rPr sz="2250" spc="105" dirty="0"/>
              <a:t> </a:t>
            </a:r>
            <a:r>
              <a:rPr sz="2250" spc="-60" dirty="0"/>
              <a:t>yang</a:t>
            </a:r>
            <a:r>
              <a:rPr sz="2250" spc="-45" dirty="0"/>
              <a:t> </a:t>
            </a:r>
            <a:r>
              <a:rPr sz="2250" spc="-20" dirty="0"/>
              <a:t>wangi.</a:t>
            </a:r>
            <a:endParaRPr sz="2250"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5"/>
              </a:spcBef>
            </a:pPr>
            <a:r>
              <a:rPr spc="-50" dirty="0"/>
              <a:t>1</a:t>
            </a:r>
            <a:endParaRPr spc="-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97" y="0"/>
            <a:ext cx="5086065" cy="7772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35808" y="325109"/>
            <a:ext cx="3554729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10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250" spc="-7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9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250" spc="-9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7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250" spc="-8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2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DA</a:t>
            </a:r>
            <a:r>
              <a:rPr sz="1250" spc="-11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50" spc="3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250" spc="-9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I </a:t>
            </a:r>
            <a:r>
              <a:rPr sz="1250" spc="-10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250" spc="-9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250" spc="-7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250" spc="-5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50" spc="3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250" spc="-9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0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250" spc="-8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250" spc="-12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6B6B6B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50" spc="280" dirty="0">
                <a:solidFill>
                  <a:srgbClr val="6B6B6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9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250" spc="-11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2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250" spc="-11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6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250" spc="-9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I</a:t>
            </a:r>
            <a:r>
              <a:rPr sz="1250" spc="-10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50" spc="3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EM</a:t>
            </a:r>
            <a:r>
              <a:rPr sz="1250" spc="-9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9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250" spc="-10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6B6B6B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50" spc="285" dirty="0">
                <a:solidFill>
                  <a:srgbClr val="6B6B6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TA</a:t>
            </a:r>
            <a:r>
              <a:rPr sz="1250" spc="-6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R</a:t>
            </a:r>
            <a:r>
              <a:rPr sz="1250" spc="-13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23307" y="2497995"/>
            <a:ext cx="2794000" cy="262699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 indent="5715">
              <a:lnSpc>
                <a:spcPct val="126000"/>
              </a:lnSpc>
              <a:spcBef>
                <a:spcPts val="80"/>
              </a:spcBef>
            </a:pPr>
            <a:r>
              <a:rPr sz="2200" dirty="0">
                <a:latin typeface="Times New Roman" panose="02020603050405020304"/>
                <a:cs typeface="Times New Roman" panose="02020603050405020304"/>
              </a:rPr>
              <a:t>Waduh!</a:t>
            </a:r>
            <a:r>
              <a:rPr sz="2200" spc="19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Arka</a:t>
            </a:r>
            <a:r>
              <a:rPr sz="2200" spc="21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melihat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bungkus</a:t>
            </a:r>
            <a:r>
              <a:rPr sz="2300" spc="-5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makanan</a:t>
            </a:r>
            <a:r>
              <a:rPr sz="2300" spc="-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25" dirty="0">
                <a:latin typeface="Times New Roman" panose="02020603050405020304"/>
                <a:cs typeface="Times New Roman" panose="02020603050405020304"/>
              </a:rPr>
              <a:t>dan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botol</a:t>
            </a:r>
            <a:r>
              <a:rPr sz="2300" spc="-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plastik</a:t>
            </a:r>
            <a:r>
              <a:rPr sz="23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berserakan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di</a:t>
            </a:r>
            <a:r>
              <a:rPr sz="2200" spc="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atas</a:t>
            </a:r>
            <a:r>
              <a:rPr sz="2200" spc="114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55" dirty="0">
                <a:latin typeface="Times New Roman" panose="02020603050405020304"/>
                <a:cs typeface="Times New Roman" panose="02020603050405020304"/>
              </a:rPr>
              <a:t>rumput.</a:t>
            </a:r>
            <a:r>
              <a:rPr sz="2200" spc="7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Taman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indah</a:t>
            </a:r>
            <a:r>
              <a:rPr sz="2300" spc="6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itu</a:t>
            </a:r>
            <a:r>
              <a:rPr sz="2300" spc="16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60" dirty="0">
                <a:latin typeface="Times New Roman" panose="02020603050405020304"/>
                <a:cs typeface="Times New Roman" panose="02020603050405020304"/>
              </a:rPr>
              <a:t>jadi</a:t>
            </a:r>
            <a:r>
              <a:rPr sz="2300" spc="-2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terlihat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sedih</a:t>
            </a:r>
            <a:r>
              <a:rPr sz="2300" spc="-4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dan</a:t>
            </a:r>
            <a:r>
              <a:rPr sz="2300" spc="-3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kotor.</a:t>
            </a:r>
            <a:endParaRPr sz="230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5"/>
              </a:spcBef>
            </a:pPr>
            <a:r>
              <a:rPr spc="-50" dirty="0"/>
              <a:t>2</a:t>
            </a:r>
            <a:endParaRPr spc="-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97" y="0"/>
            <a:ext cx="5086065" cy="777240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131259" y="325109"/>
            <a:ext cx="3564254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28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250" spc="32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5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250" spc="-9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7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250" spc="-114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6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DA,</a:t>
            </a:r>
            <a:r>
              <a:rPr sz="1250" spc="31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6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250" spc="-14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5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250" spc="-1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LLA</a:t>
            </a:r>
            <a:r>
              <a:rPr sz="1250" spc="-7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H,</a:t>
            </a:r>
            <a:r>
              <a:rPr sz="1250" spc="42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6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250" spc="-13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0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250" spc="-12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LA,</a:t>
            </a:r>
            <a:r>
              <a:rPr sz="1250" spc="254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SA</a:t>
            </a:r>
            <a:r>
              <a:rPr sz="1250" spc="-10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2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250" spc="-14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I,</a:t>
            </a:r>
            <a:r>
              <a:rPr sz="1250" spc="42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6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250" spc="-12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3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M</a:t>
            </a:r>
            <a:r>
              <a:rPr sz="1250" spc="-12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5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250" spc="-14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50" spc="34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6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TAR</a:t>
            </a:r>
            <a:r>
              <a:rPr sz="1250" spc="-11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23124" y="2481835"/>
            <a:ext cx="2827020" cy="264096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marR="5080" indent="8890">
              <a:lnSpc>
                <a:spcPct val="129000"/>
              </a:lnSpc>
              <a:spcBef>
                <a:spcPts val="130"/>
              </a:spcBef>
            </a:pPr>
            <a:r>
              <a:rPr sz="2200" dirty="0">
                <a:latin typeface="Cambria" panose="02040503050406030204"/>
                <a:cs typeface="Cambria" panose="02040503050406030204"/>
              </a:rPr>
              <a:t>Arka</a:t>
            </a:r>
            <a:r>
              <a:rPr sz="2200" spc="-8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mengajak</a:t>
            </a:r>
            <a:r>
              <a:rPr sz="2200" spc="35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20" dirty="0">
                <a:latin typeface="Cambria" panose="02040503050406030204"/>
                <a:cs typeface="Cambria" panose="02040503050406030204"/>
              </a:rPr>
              <a:t>Tari </a:t>
            </a:r>
            <a:r>
              <a:rPr sz="2200" dirty="0">
                <a:latin typeface="Cambria" panose="02040503050406030204"/>
                <a:cs typeface="Cambria" panose="02040503050406030204"/>
              </a:rPr>
              <a:t>untuk</a:t>
            </a:r>
            <a:r>
              <a:rPr sz="2200" spc="-8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30" dirty="0">
                <a:latin typeface="Cambria" panose="02040503050406030204"/>
                <a:cs typeface="Cambria" panose="02040503050406030204"/>
              </a:rPr>
              <a:t>membantu.</a:t>
            </a:r>
            <a:r>
              <a:rPr sz="2200" spc="10" dirty="0">
                <a:latin typeface="Cambria" panose="02040503050406030204"/>
                <a:cs typeface="Cambria" panose="02040503050406030204"/>
              </a:rPr>
              <a:t>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"Ayo, </a:t>
            </a:r>
            <a:r>
              <a:rPr sz="2300" spc="-50" dirty="0">
                <a:latin typeface="Cambria" panose="02040503050406030204"/>
                <a:cs typeface="Cambria" panose="02040503050406030204"/>
              </a:rPr>
              <a:t>Tari!</a:t>
            </a:r>
            <a:r>
              <a:rPr sz="2300" spc="-10" dirty="0">
                <a:latin typeface="Cambria" panose="02040503050406030204"/>
                <a:cs typeface="Cambria" panose="02040503050406030204"/>
              </a:rPr>
              <a:t> </a:t>
            </a:r>
            <a:r>
              <a:rPr sz="2300" dirty="0">
                <a:latin typeface="Cambria" panose="02040503050406030204"/>
                <a:cs typeface="Cambria" panose="02040503050406030204"/>
              </a:rPr>
              <a:t>Kita</a:t>
            </a:r>
            <a:r>
              <a:rPr sz="2300" spc="-105" dirty="0">
                <a:latin typeface="Cambria" panose="02040503050406030204"/>
                <a:cs typeface="Cambria" panose="02040503050406030204"/>
              </a:rPr>
              <a:t> </a:t>
            </a:r>
            <a:r>
              <a:rPr sz="2300" spc="-10" dirty="0">
                <a:latin typeface="Cambria" panose="02040503050406030204"/>
                <a:cs typeface="Cambria" panose="02040503050406030204"/>
              </a:rPr>
              <a:t>kumpulkan </a:t>
            </a:r>
            <a:r>
              <a:rPr sz="2150" spc="-45" dirty="0">
                <a:latin typeface="Cambria" panose="02040503050406030204"/>
                <a:cs typeface="Cambria" panose="02040503050406030204"/>
              </a:rPr>
              <a:t>sampahnya </a:t>
            </a:r>
            <a:r>
              <a:rPr sz="2150" spc="-10" dirty="0">
                <a:latin typeface="Cambria" panose="02040503050406030204"/>
                <a:cs typeface="Cambria" panose="02040503050406030204"/>
              </a:rPr>
              <a:t>bersama-</a:t>
            </a:r>
            <a:r>
              <a:rPr sz="2250" spc="-95" dirty="0">
                <a:latin typeface="Cambria" panose="02040503050406030204"/>
                <a:cs typeface="Cambria" panose="02040503050406030204"/>
              </a:rPr>
              <a:t>sama!"</a:t>
            </a:r>
            <a:r>
              <a:rPr sz="2250" spc="-30" dirty="0">
                <a:latin typeface="Cambria" panose="02040503050406030204"/>
                <a:cs typeface="Cambria" panose="02040503050406030204"/>
              </a:rPr>
              <a:t> </a:t>
            </a:r>
            <a:r>
              <a:rPr sz="2250" spc="-55" dirty="0">
                <a:latin typeface="Cambria" panose="02040503050406030204"/>
                <a:cs typeface="Cambria" panose="02040503050406030204"/>
              </a:rPr>
              <a:t>kata</a:t>
            </a:r>
            <a:r>
              <a:rPr sz="2250" spc="-25" dirty="0">
                <a:latin typeface="Cambria" panose="02040503050406030204"/>
                <a:cs typeface="Cambria" panose="02040503050406030204"/>
              </a:rPr>
              <a:t> </a:t>
            </a:r>
            <a:r>
              <a:rPr sz="2250" spc="-20" dirty="0">
                <a:latin typeface="Cambria" panose="02040503050406030204"/>
                <a:cs typeface="Cambria" panose="02040503050406030204"/>
              </a:rPr>
              <a:t>Arka </a:t>
            </a:r>
            <a:r>
              <a:rPr sz="2200" spc="-10" dirty="0">
                <a:latin typeface="Cambria" panose="02040503050406030204"/>
                <a:cs typeface="Cambria" panose="02040503050406030204"/>
              </a:rPr>
              <a:t>gembira.</a:t>
            </a:r>
            <a:endParaRPr sz="2200">
              <a:latin typeface="Cambria" panose="02040503050406030204"/>
              <a:cs typeface="Cambria" panose="02040503050406030204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1910">
              <a:lnSpc>
                <a:spcPct val="100000"/>
              </a:lnSpc>
              <a:spcBef>
                <a:spcPts val="5"/>
              </a:spcBef>
            </a:pPr>
            <a:r>
              <a:rPr spc="-50" dirty="0"/>
              <a:t>3</a:t>
            </a:r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8197" y="0"/>
            <a:ext cx="5086065" cy="77724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35808" y="325109"/>
            <a:ext cx="3554729" cy="2152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10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W</a:t>
            </a:r>
            <a:r>
              <a:rPr sz="1250" spc="-7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9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250" spc="-9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7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N</a:t>
            </a:r>
            <a:r>
              <a:rPr sz="1250" spc="-8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2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DA</a:t>
            </a:r>
            <a:r>
              <a:rPr sz="1250" spc="-11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50" spc="3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250" spc="-9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I </a:t>
            </a:r>
            <a:r>
              <a:rPr sz="1250" spc="-10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250" spc="-9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250" spc="-7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H</a:t>
            </a:r>
            <a:r>
              <a:rPr sz="1250" spc="-5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50" spc="3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E</a:t>
            </a:r>
            <a:r>
              <a:rPr sz="1250" spc="-9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0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</a:t>
            </a:r>
            <a:r>
              <a:rPr sz="1250" spc="-8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LA</a:t>
            </a:r>
            <a:r>
              <a:rPr sz="1250" spc="-12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6B6B6B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50" spc="280" dirty="0">
                <a:solidFill>
                  <a:srgbClr val="6B6B6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9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S</a:t>
            </a:r>
            <a:r>
              <a:rPr sz="1250" spc="-11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12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A</a:t>
            </a:r>
            <a:r>
              <a:rPr sz="1250" spc="-11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6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R</a:t>
            </a:r>
            <a:r>
              <a:rPr sz="1250" spc="-9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I</a:t>
            </a:r>
            <a:r>
              <a:rPr sz="1250" spc="-10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50" spc="33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EM</a:t>
            </a:r>
            <a:r>
              <a:rPr sz="1250" spc="-9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9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r>
              <a:rPr sz="1250" spc="-10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6B6B6B"/>
                </a:solidFill>
                <a:latin typeface="Times New Roman" panose="02020603050405020304"/>
                <a:cs typeface="Times New Roman" panose="02020603050405020304"/>
              </a:rPr>
              <a:t>,</a:t>
            </a:r>
            <a:r>
              <a:rPr sz="1250" spc="285" dirty="0">
                <a:solidFill>
                  <a:srgbClr val="6B6B6B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TA</a:t>
            </a:r>
            <a:r>
              <a:rPr sz="1250" spc="-65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R</a:t>
            </a:r>
            <a:r>
              <a:rPr sz="1250" spc="-13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1250" spc="-50" dirty="0">
                <a:solidFill>
                  <a:srgbClr val="595959"/>
                </a:solidFill>
                <a:latin typeface="Times New Roman" panose="02020603050405020304"/>
                <a:cs typeface="Times New Roman" panose="02020603050405020304"/>
              </a:rPr>
              <a:t>I</a:t>
            </a:r>
            <a:endParaRPr sz="125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29433" y="2491151"/>
            <a:ext cx="2839085" cy="2633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3175">
              <a:lnSpc>
                <a:spcPct val="125000"/>
              </a:lnSpc>
              <a:spcBef>
                <a:spcPts val="90"/>
              </a:spcBef>
            </a:pPr>
            <a:r>
              <a:rPr sz="2250" dirty="0">
                <a:latin typeface="Times New Roman" panose="02020603050405020304"/>
                <a:cs typeface="Times New Roman" panose="02020603050405020304"/>
              </a:rPr>
              <a:t>Hore!</a:t>
            </a:r>
            <a:r>
              <a:rPr sz="2250" spc="-5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dirty="0">
                <a:latin typeface="Times New Roman" panose="02020603050405020304"/>
                <a:cs typeface="Times New Roman" panose="02020603050405020304"/>
              </a:rPr>
              <a:t>Taman</a:t>
            </a:r>
            <a:r>
              <a:rPr sz="2250" spc="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50" spc="-10" dirty="0">
                <a:latin typeface="Times New Roman" panose="02020603050405020304"/>
                <a:cs typeface="Times New Roman" panose="02020603050405020304"/>
              </a:rPr>
              <a:t>kembali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bersih,</a:t>
            </a:r>
            <a:r>
              <a:rPr sz="2300" spc="-3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indah,</a:t>
            </a:r>
            <a:r>
              <a:rPr sz="2300" spc="-1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dan</a:t>
            </a:r>
            <a:r>
              <a:rPr sz="2300" spc="-2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40" dirty="0">
                <a:latin typeface="Times New Roman" panose="02020603050405020304"/>
                <a:cs typeface="Times New Roman" panose="02020603050405020304"/>
              </a:rPr>
              <a:t>segar. </a:t>
            </a:r>
            <a:r>
              <a:rPr sz="2350" spc="-45" dirty="0">
                <a:latin typeface="Times New Roman" panose="02020603050405020304"/>
                <a:cs typeface="Times New Roman" panose="02020603050405020304"/>
              </a:rPr>
              <a:t>Arka</a:t>
            </a:r>
            <a:r>
              <a:rPr sz="2350" spc="-10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50" dirty="0">
                <a:latin typeface="Times New Roman" panose="02020603050405020304"/>
                <a:cs typeface="Times New Roman" panose="02020603050405020304"/>
              </a:rPr>
              <a:t>dan</a:t>
            </a:r>
            <a:r>
              <a:rPr sz="23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50" dirty="0">
                <a:latin typeface="Times New Roman" panose="02020603050405020304"/>
                <a:cs typeface="Times New Roman" panose="02020603050405020304"/>
              </a:rPr>
              <a:t>Tari</a:t>
            </a:r>
            <a:r>
              <a:rPr sz="2350" spc="-9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50" spc="-10" dirty="0">
                <a:latin typeface="Times New Roman" panose="02020603050405020304"/>
                <a:cs typeface="Times New Roman" panose="02020603050405020304"/>
              </a:rPr>
              <a:t>bangga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karena</a:t>
            </a:r>
            <a:r>
              <a:rPr sz="2200" spc="140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dirty="0">
                <a:latin typeface="Times New Roman" panose="02020603050405020304"/>
                <a:cs typeface="Times New Roman" panose="02020603050405020304"/>
              </a:rPr>
              <a:t>bisa</a:t>
            </a:r>
            <a:r>
              <a:rPr sz="2200" spc="10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200" spc="-10" dirty="0">
                <a:latin typeface="Times New Roman" panose="02020603050405020304"/>
                <a:cs typeface="Times New Roman" panose="02020603050405020304"/>
              </a:rPr>
              <a:t>menjaga </a:t>
            </a:r>
            <a:r>
              <a:rPr sz="2300" dirty="0">
                <a:latin typeface="Times New Roman" panose="02020603050405020304"/>
                <a:cs typeface="Times New Roman" panose="02020603050405020304"/>
              </a:rPr>
              <a:t>kebersihan</a:t>
            </a:r>
            <a:r>
              <a:rPr sz="2300" spc="-85" dirty="0"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300" spc="-10" dirty="0">
                <a:latin typeface="Times New Roman" panose="02020603050405020304"/>
                <a:cs typeface="Times New Roman" panose="02020603050405020304"/>
              </a:rPr>
              <a:t>lingkungan bersama.</a:t>
            </a:r>
            <a:endParaRPr sz="2300">
              <a:latin typeface="Times New Roman" panose="02020603050405020304"/>
              <a:cs typeface="Times New Roman" panose="02020603050405020304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2572" y="7185717"/>
            <a:ext cx="77337" cy="15008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748</Words>
  <Application>WPS Presentation</Application>
  <PresentationFormat>On-screen Show (4:3)</PresentationFormat>
  <Paragraphs>28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5" baseType="lpstr">
      <vt:lpstr>Arial</vt:lpstr>
      <vt:lpstr>SimSun</vt:lpstr>
      <vt:lpstr>Wingdings</vt:lpstr>
      <vt:lpstr>Cambria</vt:lpstr>
      <vt:lpstr>Consolas</vt:lpstr>
      <vt:lpstr>Times New Roman</vt:lpstr>
      <vt:lpstr>Microsoft YaHei</vt:lpstr>
      <vt:lpstr>Arial Unicode MS</vt:lpstr>
      <vt:lpstr>Calibri</vt:lpstr>
      <vt:lpstr>Office Theme</vt:lpstr>
      <vt:lpstr>PowerPoint 演示文稿</vt:lpstr>
      <vt:lpstr>di taman dekat rumah. Taman itu hijau, indah, dan dipenuhi bunga warna-warni yang wangi.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MyBook Hype AMD</cp:lastModifiedBy>
  <cp:revision>1</cp:revision>
  <dcterms:created xsi:type="dcterms:W3CDTF">2026-10-24T05:18:12Z</dcterms:created>
  <dcterms:modified xsi:type="dcterms:W3CDTF">2026-10-24T05:18:12Z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2026-10-24T07:00:00Z</vt:filetime>
  </property>
  <property fmtid="{D5CDD505-2E9C-101B-9397-08002B2CF9AE}" pid="4" name="LastSaved">
    <vt:filetime>2026-10-24T07:00:00Z</vt:filetime>
  </property>
  <property fmtid="{D5CDD505-2E9C-101B-9397-08002B2CF9AE}" pid="5" name="Producer">
    <vt:lpwstr>jsPDF 4.2.0</vt:lpwstr>
  </property>
  <property fmtid="{D5CDD505-2E9C-101B-9397-08002B2CF9AE}" pid="6" name="ICV">
    <vt:lpwstr>26FA1B59FAC44F959191F09E39435E20_12</vt:lpwstr>
  </property>
  <property fmtid="{D5CDD505-2E9C-101B-9397-08002B2CF9AE}" pid="7" name="KSOProductBuildVer">
    <vt:lpwstr>1033-12.2.0.23196</vt:lpwstr>
  </property>
</Properties>
</file>